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8DC5"/>
    <a:srgbClr val="3B2F5C"/>
    <a:srgbClr val="624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2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38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48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60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77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0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7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5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31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5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A3C3F-4DAB-4852-B976-4EF4360F048D}" type="datetimeFigureOut">
              <a:rPr lang="en-US" smtClean="0"/>
              <a:t>14/07/2026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B8119-8FFC-45DB-8F75-4349D89A00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21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4000">
              <a:srgbClr val="9C8DC5"/>
            </a:gs>
            <a:gs pos="0">
              <a:srgbClr val="624E9A"/>
            </a:gs>
            <a:gs pos="100000">
              <a:srgbClr val="3B2F5C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C4F6391-FEA5-9C0B-D10F-44E89456F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24515" y="5466944"/>
            <a:ext cx="2964073" cy="108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84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Hiếu Vũ</dc:creator>
  <cp:lastModifiedBy>Hiếu Vũ</cp:lastModifiedBy>
  <cp:revision>1</cp:revision>
  <dcterms:created xsi:type="dcterms:W3CDTF">2026-07-14T13:22:19Z</dcterms:created>
  <dcterms:modified xsi:type="dcterms:W3CDTF">2026-07-14T13:42:22Z</dcterms:modified>
</cp:coreProperties>
</file>